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800ea72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800ea72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800ea72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7800ea72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7800ea72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7800ea72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800ea72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800ea72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800ea72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800ea72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7800ea72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7800ea72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7800ea72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7800ea72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Document App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Yung-Hao Sun and Victor Mai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Points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Project Overview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Security Architecture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Key Security Implementations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Challenges &amp; Lessons Learned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017725"/>
            <a:ext cx="8520600" cy="3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Purpose of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Secure web-based platform for document storage, sharing, and version control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Designed to enforce confidentiality, integrity, and access control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as a security-focused application, not just a file manager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Core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authentication and session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Encrypted document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Role-based sharing (owner, editor, viewer)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Audit logging for accountability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Version history tracking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Goals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 unauthorized access to sensitive 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Mitigate common web threats (brute force, injection, tampering)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traceability for all user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Maintain simplicity using JSON-based storage for educational clarity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78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Architecture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851425"/>
            <a:ext cx="8520600" cy="4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Presentation Layer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Handles HTTP requests and user interaction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Enforces input validation at entry points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Application Layer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Authentication system (sessions, login, roles)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Document management (upload, sharing, access control)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Audit logging system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 Layer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JSON-based structured storage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Encrypted file storage on disk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Defense in Depth - Multiple layers: validation → authentication → authorization → encryption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Least Privilege - Users only access documents explicitly permitted</a:t>
            </a:r>
            <a:endParaRPr sz="2000"/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Fail Securely - Invalid sessions, bad inputs, or failures default to denial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Security Implementations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0" y="453575"/>
            <a:ext cx="9144000" cy="46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Authentication &amp; Password Security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Passwords hashed using bcrypt with salting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No plaintext password storage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Strong password requirements enforced (Length ≥ 12, uppercase, lowercase, number, special character)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Session Management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Cryptographically secure session tokens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Session expiration after inactivity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Session tied to:</a:t>
            </a:r>
            <a:endParaRPr sz="1450"/>
          </a:p>
          <a:p>
            <a:pPr indent="-320675" lvl="2" marL="13716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lang="en" sz="1450"/>
              <a:t>IP address, User agent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Brute Force Protection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Rate limiting:</a:t>
            </a:r>
            <a:endParaRPr sz="1450"/>
          </a:p>
          <a:p>
            <a:pPr indent="-320675" lvl="2" marL="13716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lang="en" sz="1450"/>
              <a:t>Max attempts per IP within time window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Account lockout:</a:t>
            </a:r>
            <a:endParaRPr sz="1450"/>
          </a:p>
          <a:p>
            <a:pPr indent="-320675" lvl="2" marL="13716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lang="en" sz="1450"/>
              <a:t>Temporary lock after repeated failures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Why This Matters</a:t>
            </a:r>
            <a:endParaRPr sz="1450"/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Char char="○"/>
            </a:pPr>
            <a:r>
              <a:rPr lang="en" sz="1450"/>
              <a:t>Protects against:</a:t>
            </a:r>
            <a:endParaRPr sz="1450"/>
          </a:p>
          <a:p>
            <a:pPr indent="-320675" lvl="2" marL="13716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lang="en" sz="1450"/>
              <a:t>Credential stuffing, Password guessing attacks, Session hijacking risks</a:t>
            </a:r>
            <a:endParaRPr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Security Implementations cont.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0" y="453575"/>
            <a:ext cx="9144000" cy="46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File Security &amp; Encryption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All uploaded files encrypted before storage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Prevents data exposure even if disk is compromised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Secure File Upload Handling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Filename sanitization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Extension whitelist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MIME type validation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Extension-to-MIME consistency checks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Access Control Model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Role-based permissions:</a:t>
            </a:r>
            <a:endParaRPr sz="1550"/>
          </a:p>
          <a:p>
            <a:pPr indent="-327025" lvl="2" marL="1371600" rtl="0" algn="l">
              <a:spcBef>
                <a:spcPts val="0"/>
              </a:spcBef>
              <a:spcAft>
                <a:spcPts val="0"/>
              </a:spcAft>
              <a:buSzPts val="1550"/>
              <a:buChar char="■"/>
            </a:pPr>
            <a:r>
              <a:rPr lang="en" sz="1550"/>
              <a:t>Owner → full control</a:t>
            </a:r>
            <a:endParaRPr sz="1550"/>
          </a:p>
          <a:p>
            <a:pPr indent="-327025" lvl="2" marL="1371600" rtl="0" algn="l">
              <a:spcBef>
                <a:spcPts val="0"/>
              </a:spcBef>
              <a:spcAft>
                <a:spcPts val="0"/>
              </a:spcAft>
              <a:buSzPts val="1550"/>
              <a:buChar char="■"/>
            </a:pPr>
            <a:r>
              <a:rPr lang="en" sz="1550"/>
              <a:t>Editor → modify</a:t>
            </a:r>
            <a:endParaRPr sz="1550"/>
          </a:p>
          <a:p>
            <a:pPr indent="-327025" lvl="2" marL="1371600" rtl="0" algn="l">
              <a:spcBef>
                <a:spcPts val="0"/>
              </a:spcBef>
              <a:spcAft>
                <a:spcPts val="0"/>
              </a:spcAft>
              <a:buSzPts val="1550"/>
              <a:buChar char="■"/>
            </a:pPr>
            <a:r>
              <a:rPr lang="en" sz="1550"/>
              <a:t>Viewer → read-only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Access checked on every operation</a:t>
            </a:r>
            <a:endParaRPr sz="155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Audit Logging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Logs: Logins (success/failure), File uploads, edits, deletions., Sharing changes</a:t>
            </a:r>
            <a:endParaRPr sz="1550"/>
          </a:p>
          <a:p>
            <a:pPr indent="-327025" lvl="1" marL="914400" rtl="0" algn="l"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Enables: Monitoring, Incident investigation, Accountability</a:t>
            </a:r>
            <a:endParaRPr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67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Lessons Learned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-181438" y="468700"/>
            <a:ext cx="9691200" cy="46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Key Challenges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Security vs Simplicity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JSON storage is easy to manage but lacks scalability and concurrency control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Secure File Handling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Preventing malicious uploads required layered validation (extension+MIME+consistency checks)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Session Security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Needed to balance usability with protection against hijacking (timeouts, token validation)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Key Management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Storing encryption keys locally is practical but introduces security risks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Lessons Learned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Security Requires Layers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 single control is enough — must combine validation, authentication, authorization, and encryption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All Input is Untrusted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Every user input (login, file upload, requests) must be strictly validated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Visibility is Critical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Audit logging is essential for detecting and investigating security events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Tradeoffs are Inevitable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Real systems must balance security, usability, and implementation complexity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Project Overview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Security Architecture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Key Security Implementations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Challenges &amp; Lessons Learned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